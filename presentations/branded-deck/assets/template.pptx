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code:Day One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freedom.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AI-First Coding Academy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Presentation | 2025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04A45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4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4114800" cy="347472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$3.58B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Coding Bootcamp Market (2024)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ECC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$14B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by 2032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15.5% CAGR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3931920" cy="347472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463040"/>
            <a:ext cx="3657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Market Drivers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of dev teams now use AI in workflows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 of all code is AI-generated or assisted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layoffs creating demand for reskilling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 of indie hackers &amp; solo founders
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bootcamps failing to adapt to AI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Comparison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4A459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</a:tblGrid>
              <a:tr h="5715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Market Segment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A4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2024 Value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A4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2032 Projected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A4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CAGR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A45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Coding Bootcamps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$3.58B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CC7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15.5%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 Coding Platforms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$3.5B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$11.2B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14.4%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Code Generation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1A1A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$4.91B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4A4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$30.1B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4A45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27.1%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B425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0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Opportunity: Intersection of AI + Education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code:Day One sits at the convergence of the fastest-growing segments: AI-native education for the next generation of builders.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2651760" cy="219456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Codecademy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$10.50/mo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Interactive, in-browser coding. 567 free courses. Self-paced, no real projects.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AI integration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651760" cy="219456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Udemy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1737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$12-200/course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1031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200K+ courses, marketplace model. Quality varies wildly. No structure.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91840" y="3108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outcomes focus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280160"/>
            <a:ext cx="2651760" cy="219456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Coursera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17373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$49/mo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21031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partnerships, 7000+ courses. Academic, slow-paced, theoretical.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26480" y="3108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approach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2E3440"/>
          </a:solidFill>
          <a:ln w="12700">
            <a:solidFill>
              <a:srgbClr val="04A4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code:Day One Differentiation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from day one  •  Ship real products, not exercises  •  Founder-focused curriculum  •  Build with Claude, Copilot &amp; modern tools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4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Strategy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2651760" cy="347472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2651760" cy="64008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Launch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Q1-Q2 2025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10312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curriculum launch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Founding cohort (100 students)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building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marketing
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280160"/>
            <a:ext cx="2651760" cy="347472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280160"/>
            <a:ext cx="2651760" cy="64008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325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Scale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16459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Q3-Q4 2025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210312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Self-paced + cohort hybrid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partnerships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Affiliate program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expansion
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280160"/>
            <a:ext cx="2651760" cy="347472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280160"/>
            <a:ext cx="2651760" cy="64008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3258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Expand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164592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2026+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2103120"/>
            <a:ext cx="23774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training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 partnerships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specializations
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placement network
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2011680" cy="137160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Waitlist Signups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280160"/>
            <a:ext cx="2011680" cy="137160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3716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0604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Followers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2011680" cy="137160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3716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5488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Interest in AI-First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03720" y="1280160"/>
            <a:ext cx="2011680" cy="137160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13716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90372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with AI Tools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8229600" cy="192024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Milestones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3383280"/>
            <a:ext cx="6400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Curriculum development completed for 6 core modules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discussions with AI tool providers (Claude, GitHub)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 testers shipped 15+ real products during pilot
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in 3 industry publications on AI-first education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4114800" cy="228600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Projections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86000" y="1828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$250K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2331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$4.5M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754880" y="1280160"/>
            <a:ext cx="3931920" cy="228600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37160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Price: $997 - $2,497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CAC: $150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LTV: $1,500+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LTV:CAC Ratio: 10:1
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Margin: 85%+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solidFill>
            <a:srgbClr val="2E3440"/>
          </a:solidFill>
          <a:ln w="12700">
            <a:solidFill>
              <a:srgbClr val="04A4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A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Raising: $500K Pre-Seed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Funds: 50% Product &amp; Content  •  30% Marketing &amp; Growth  •  20% Operations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29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00" cy="2560320"/>
          </a:xfrm>
          <a:prstGeom prst="rect">
            <a:avLst/>
          </a:prstGeom>
          <a:solidFill>
            <a:srgbClr val="2E3440"/>
          </a:solidFill>
          <a:ln w="12700">
            <a:solidFill>
              <a:srgbClr val="3B4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code:Day One?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$14B market opportunity in coding education, growing 15%+ annually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First-mover in AI-native education — 90% of teams now use AI, but no bootcamp teaches it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Outcome-focused: students ship real products, not just complete courses
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unit economics: 85%+ margins, 10:1 LTV:CAC target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86000" y="4023360"/>
            <a:ext cx="4572000" cy="731520"/>
          </a:xfrm>
          <a:prstGeom prst="rect">
            <a:avLst/>
          </a:prstGeom>
          <a:solidFill>
            <a:srgbClr val="04A459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0" y="41148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Together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1A1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hello@codedayone.com  |  codedayone.com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code:Day One - Investor Deck</dc:title>
  <dc:subject>PptxGenJS Presentation</dc:subject>
  <dc:creator>code:Day One</dc:creator>
  <cp:lastModifiedBy>code:Day One</cp:lastModifiedBy>
  <cp:revision>1</cp:revision>
  <dcterms:created xsi:type="dcterms:W3CDTF">2026-01-08T06:59:22Z</dcterms:created>
  <dcterms:modified xsi:type="dcterms:W3CDTF">2026-01-08T06:59:22Z</dcterms:modified>
</cp:coreProperties>
</file>