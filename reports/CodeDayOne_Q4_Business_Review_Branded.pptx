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4A4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04A45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code:Day One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freedom.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2025 Business Review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Team Presentation | January 2025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4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4A4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04A45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1920240" cy="1188720"/>
          </a:xfrm>
          <a:prstGeom prst="rect">
            <a:avLst/>
          </a:prstGeom>
          <a:solidFill>
            <a:srgbClr val="2E3440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841K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Views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+32% QoQ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097280"/>
            <a:ext cx="1920240" cy="1188720"/>
          </a:xfrm>
          <a:prstGeom prst="rect">
            <a:avLst/>
          </a:prstGeom>
          <a:solidFill>
            <a:srgbClr val="2E3440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234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468880" y="16916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Pieces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19659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80560" y="1097280"/>
            <a:ext cx="1920240" cy="1188720"/>
          </a:xfrm>
          <a:prstGeom prst="rect">
            <a:avLst/>
          </a:prstGeom>
          <a:solidFill>
            <a:srgbClr val="2E3440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234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480560" y="16916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Engagement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80560" y="19659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benchmark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92240" y="1097280"/>
            <a:ext cx="1920240" cy="1188720"/>
          </a:xfrm>
          <a:prstGeom prst="rect">
            <a:avLst/>
          </a:prstGeom>
          <a:solidFill>
            <a:srgbClr val="2E3440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1234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$0.02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492240" y="16916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View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19659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spend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Highlights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of dev teams now use AI in workflows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200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 of all code is AI-generated globally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566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tutorials drove 62.5% of total views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931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lead magnets achieved 45% engagement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297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content outperformed average by +9.1%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212080" y="2468880"/>
            <a:ext cx="3474720" cy="2331720"/>
          </a:xfrm>
          <a:prstGeom prst="rect">
            <a:avLst/>
          </a:prstGeom>
          <a:solidFill>
            <a:srgbClr val="2E3440"/>
          </a:solidFill>
          <a:ln w="12700">
            <a:solidFill>
              <a:srgbClr val="04A45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960" y="2606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Context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0" y="29718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Education Market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94960" y="3200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$6.9B → $41B by 2030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94960" y="34747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42.8% CAGR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94960" y="37947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Bootcamp Market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94960" y="40233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$2.65B → $14B by 2032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94960" y="42976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23.2% CAGR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4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4A4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Performance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04A459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01168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371600"/>
                <a:gridCol w="1645920"/>
                <a:gridCol w="13716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A4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A4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Views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A4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Engagement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A4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Cost/View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A45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YouTube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526K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Instagram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$0.009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LinkedIn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74.5K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Reddit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31.7K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$0.044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291840"/>
            <a:ext cx="8229600" cy="1554480"/>
          </a:xfrm>
          <a:prstGeom prst="rect">
            <a:avLst/>
          </a:prstGeom>
          <a:solidFill>
            <a:srgbClr val="2E3440"/>
          </a:solidFill>
          <a:ln w="12700">
            <a:solidFill>
              <a:srgbClr val="04A45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429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Channel Insights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YouTube: Highest reach (526K) but lowest engagement — optimize for retention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409651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 Highest engagement (30.1%) — expand lead magnet strategy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4443984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Reddit: Best cost efficiency with strong community engagement (17.8%)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4A4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Performing Content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04A45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2377440"/>
          </a:xfrm>
          <a:prstGeom prst="rect">
            <a:avLst/>
          </a:prstGeom>
          <a:solidFill>
            <a:srgbClr val="2E3440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by Reach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Price Your First Client Project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566160" y="16002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9476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Tools Every Creative Should Know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66160" y="194767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29514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 Tripled My Rates in 90 Days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0" y="2295144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64261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5-Step Client Acquisition System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6160" y="264261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9900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First $10K Month Blueprint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66160" y="299008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097280"/>
            <a:ext cx="3931920" cy="2377440"/>
          </a:xfrm>
          <a:prstGeom prst="rect">
            <a:avLst/>
          </a:prstGeom>
          <a:solidFill>
            <a:srgbClr val="2E3440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by Engagement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1600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Ultimate Proposal Template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863840" y="16002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45.0%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19476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November Success Stories Roundup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863840" y="194767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229514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Replay: Pricing Mastery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863840" y="2295144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25.5%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264261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Skills Workshop Invitation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863840" y="264261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29900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 AMA Highlights Compilation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63840" y="299008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19.8%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2E3440"/>
          </a:solidFill>
          <a:ln w="12700">
            <a:solidFill>
              <a:srgbClr val="04A45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794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code:Day One Content Differentiation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AI-focused content shows strong market alignment  •  Tutorial videos dominate reach  •  Lead magnets convert 3-5x higher  •  Community content delivers best ROI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4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4A4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04A45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1828800"/>
          </a:xfrm>
          <a:prstGeom prst="rect">
            <a:avLst/>
          </a:prstGeom>
          <a:solidFill>
            <a:srgbClr val="2E3440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Education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$6.9B → $41B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42.8% CAGR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2030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651760" cy="1828800"/>
          </a:xfrm>
          <a:prstGeom prst="rect">
            <a:avLst/>
          </a:prstGeom>
          <a:solidFill>
            <a:srgbClr val="2E3440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234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Bootcamp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1600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$2.65B → $14B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2011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23.2% CAGR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23317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2032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651760" cy="1828800"/>
          </a:xfrm>
          <a:prstGeom prst="rect">
            <a:avLst/>
          </a:prstGeom>
          <a:solidFill>
            <a:srgbClr val="2E3440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234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Code Tools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1600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$6.4B → $122B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2011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30.7% CAGR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23317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2035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108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57200" y="347472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using AI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06040" y="3108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2606040" y="347472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AI-generated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3108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754880" y="347472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Devs adopting AI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03720" y="3108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4:1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903720" y="347472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vs Pro devs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2E3440"/>
          </a:solidFill>
          <a:ln w="12700">
            <a:solidFill>
              <a:srgbClr val="04A45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9776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Opportunity: First AI-native coding academy for founders &amp; builders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"Vibe coding" named Word of Year 2025 — traditional bootcamps still adapting — first-mover advantage available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4A4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Performance Metrics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04A45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1965960" cy="1097280"/>
          </a:xfrm>
          <a:prstGeom prst="rect">
            <a:avLst/>
          </a:prstGeom>
          <a:solidFill>
            <a:srgbClr val="2E3440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841K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Views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+32% QoQ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097280"/>
            <a:ext cx="1965960" cy="1097280"/>
          </a:xfrm>
          <a:prstGeom prst="rect">
            <a:avLst/>
          </a:prstGeom>
          <a:solidFill>
            <a:srgbClr val="2E3440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2344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$17.9K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606040" y="16916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Cost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06040" y="196596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investment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1965960" cy="1097280"/>
          </a:xfrm>
          <a:prstGeom prst="rect">
            <a:avLst/>
          </a:prstGeom>
          <a:solidFill>
            <a:srgbClr val="2E3440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2344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18.2K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754880" y="16916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Shares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196596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reach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1097280"/>
            <a:ext cx="1965960" cy="1097280"/>
          </a:xfrm>
          <a:prstGeom prst="rect">
            <a:avLst/>
          </a:prstGeom>
          <a:solidFill>
            <a:srgbClr val="2E3440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12344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47:1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903720" y="16916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 per Dollar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03720" y="196596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efficiency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Milestones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2743200"/>
            <a:ext cx="8229600" cy="2103120"/>
          </a:xfrm>
          <a:prstGeom prst="rect">
            <a:avLst/>
          </a:prstGeom>
          <a:solidFill>
            <a:srgbClr val="2E3440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880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channel established as primary reach engine (526K views)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246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lead magnet strategy validated (45% engagement on Proposal Template)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611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AI-focused content resonating with market ("AI Tools" video: 115K views, 9.1% engagement)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3977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presence built on Reddit (17.8% engagement, best ROI)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3434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production pipeline scaled to 20 pieces across 5 channels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4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4A4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04A45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Priorities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4114800" cy="2011680"/>
        </p:xfrm>
        <a:graphic>
          <a:graphicData uri="http://schemas.openxmlformats.org/drawingml/2006/table">
            <a:tbl>
              <a:tblPr/>
              <a:tblGrid>
                <a:gridCol w="1645920"/>
                <a:gridCol w="1188720"/>
                <a:gridCol w="12801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A4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A45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A45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YouTube Production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+$5K/mo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+200K views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 Magnets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+$2K/mo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+15% conv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Curriculum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launch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+$3K/mo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1K members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B2B revenue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2025 Content Strategy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54880" y="1417320"/>
            <a:ext cx="3931920" cy="2057400"/>
          </a:xfrm>
          <a:prstGeom prst="rect">
            <a:avLst/>
          </a:prstGeom>
          <a:solidFill>
            <a:srgbClr val="2E3440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37760" y="1554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down on YouTube tutorials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37760" y="1920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AI-focused content series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37760" y="2286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email lead magnet library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37760" y="2651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Reddit community presence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37760" y="3017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"Ship in a Week" challenge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2E3440"/>
          </a:solidFill>
          <a:ln w="12700">
            <a:solidFill>
              <a:srgbClr val="04A45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37947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Q1 Budget Increase: +$10K/month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Funds: 50% Content Production  •  30% Curriculum Development  •  20% Community &amp; Ops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4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4A4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04A45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2011680"/>
          </a:xfrm>
          <a:prstGeom prst="rect">
            <a:avLst/>
          </a:prstGeom>
          <a:solidFill>
            <a:srgbClr val="2E3440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code:Day One?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$177B+ combined TAM across AI education, bootcamps, and AI code tools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First-mover in AI-native education — 90% of teams now use AI, but no bootcamp teaches it properly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content performance validates strategy: 841K views, 16.7% engagement, $0.02 cost/view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unit economics potential: Email converts at 30%+, community content delivers best ROI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0" y="3291840"/>
            <a:ext cx="4572000" cy="640080"/>
          </a:xfrm>
          <a:prstGeom prst="rect">
            <a:avLst/>
          </a:prstGeom>
          <a:solidFill>
            <a:srgbClr val="04A459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0" y="3383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Q1 Content &amp; Curriculum Investment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hello@codedayone.com  |  codedayone.com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04A459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freedom.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code:Day One Q4 2025 Business Review</dc:title>
  <dc:subject>PptxGenJS Presentation</dc:subject>
  <dc:creator>code:Day One Marketing Team</dc:creator>
  <cp:lastModifiedBy>code:Day One Marketing Team</cp:lastModifiedBy>
  <cp:revision>1</cp:revision>
  <dcterms:created xsi:type="dcterms:W3CDTF">2026-01-08T08:05:08Z</dcterms:created>
  <dcterms:modified xsi:type="dcterms:W3CDTF">2026-01-08T08:05:08Z</dcterms:modified>
</cp:coreProperties>
</file>